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EPS Backend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Troubleshooting &amp; Architecture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January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Part 1: Project Architecture (15 sections)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Part 2: Troubleshooting Guide (20 categories, 60+ issues)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Quick Reference &amp;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Best Practices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Security &amp;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1: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Complete Technical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January 7,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Framework: Laravel 10 REST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300+ Eloquent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500+ API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6 Major Business Modules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Multi-agency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JWT + Keycloak SSO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Backend: Laravel 10.x + PHP 8.1+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Database: MySQL 8.0 / MariaDB 10.x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Cache: Redis 6.x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Authentication: JWT (tymon/jwt-auth v2.1)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SSO: Keycloak (robsontenorio/laravel-keycloak-guard)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Packages: Spatie (Permission, Auditing, Media Library)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Architecture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Presentation Layer: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API Controllers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Request Validation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Response Formatting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Business Logic Layer: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Service Classes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Transaction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Workflow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Data Access Layer: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Eloquent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Query Scopes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Relationships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Infrastructure: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Helpers &amp; Traits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Observers &amp; Events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Jobs &amp;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Directory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app/Controllers/API/ -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app/Models/ - Database models (300+)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app/Services/ - Business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app/Jobs/ - Queue jobs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app/Mail/ - Email templates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database/migrations/ - Schema changes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routes/api.php - 500+ API routes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Core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Users &amp; Agencies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Courses &amp; Sessions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Course Participants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Exams &amp; Questions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Facilities &amp; Bookings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Audit &amp;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Design Principles: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Normalization (3NF)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Strategic Indexing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Soft Deletes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Timestamps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UUID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Full ACID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JWT Authentication: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Token-based, stateless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HS256 signature algorithm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Secure secret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Keycloak SSO: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OAuth 2.0 / OpenID Connect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Centralized user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Role synchronization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RBAC (Role-Based Access Control)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super_admin, course_manager, course_instructor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course_student, facility_manager, auditor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Authorization Methods: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Middleware: middleware('permission:edit-courses')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Policies: authorize('update', $course)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Gates: gate('edit-course')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API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RESTful Design: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Standard resource operations (CRUD)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Nested resources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Consistent response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Pagination &amp;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API versioning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Rate limiting (60 requests/min)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Business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1. Course Management: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Course CRUD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Session scheduling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Participant enrollment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Evaluation &amp; feedback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2. Examination System: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Exam creation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Question bank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Timed exams &amp; 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3. Facility Management: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Venue booking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Resource allocation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Maintenance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4. Inspectorate Module: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Audit scheduling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Compliance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Finding recording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Design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Repository Pattern - Data access abstraction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Service Layer - Business logic encapsulation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Observer Pattern - Model event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Factory Pattern - Model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Strategy Pattern - Notification channels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Dependency Injection - Loose coupling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Caching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Multi-Layer Caching: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Application Cache (Redis) - Query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Session Cache - User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Route/Config Cache - Production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OPcache - PHP opcode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Cache Invalidation: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Tag-based flushing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Remember keys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Manual clearing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Queue &amp; Job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Job System: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Queued in Redis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Processed by workers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Retry up to 3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Job Types: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SendEmailJob, ProcessReportJob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ExportDataJob, ImportDataJob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CleanupFilesJob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File Storage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Storage Disks: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Local - Development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Public - Web accessible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S3 - AWS cloud storage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Media Collections: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Thumbnails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Courses materials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Exam attachments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Upload Flow: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Validate file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Scan for viruses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Generate unique filename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Store to disk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Create media record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• Generate thumbnail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8 Security Layers: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Authentication - JWT &amp; Keycloak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Authorization - RBAC &amp; Policies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Input Validation - Form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SQL Injection Prevention - Eloquent 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XSS Prevention - Blade escaping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6. CSRF Protection - Automatic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7. Rate Limiting - Throttle middleware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8. Sensitive Data - Encryption &amp; hiding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Local (Laragon/XAMPP)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PHP, MySQL, Redis, Keycloak (Docker)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Production: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Load Balancer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Multiple app servers (Nginx + PHP-FPM)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Database cluster (Master-Replica)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Redis cluster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Keycloak HA setup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2: Troubleshooting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60+ Issues Across 20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January 7,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Installation &amp; Setup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Composer Install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Increase memory limit, clear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Application Key Not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php artisan key:generate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Storage Link Not Created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php artisan storage:link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Permission Denied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icacls storage /grant Users:F /T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Database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Connection Refused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MySQL running, verify .env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Database Does Not Exist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CREATE DATABASE eps_be_web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Migration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migration order, drop conflicting tables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Foreign Key Constraint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Disable FK checks, ensure parent records exist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Authentication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JWT Token Not Generated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php artisan jwt:secret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Token Expired / Invalid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Implement token refresh, increase TTL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User Not Authenticated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Verify token format, check middleware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Password Not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Use Hash::check(), verify hashing method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Keycloak SSO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Cannot Connect to Keycloak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docker ps, docker logs, verify URL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Invalid Client / Client Not Found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Verify client exists, regenerate secret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Invalid Token / Token Validation Failed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Update public key, clear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CORS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Add web origins in Realm Settings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API &amp; Route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404 Not Found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php artisan route:list, verify route exists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405 Method Not Allowed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HTTP method matches route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Route Model Binding Not Working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Verify parameter name matches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Validation Errors Not Returned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Accept header, implement error handler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File Upload &amp; Media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File Upload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Increase upload limits in php.ini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Spatie Media Library Not Working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Ensure model has HasMedia, run migrations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Uploaded Files Not Accessible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Create storage link, check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S3 Upload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Verify AWS credentials, bucket permissions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Performance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N+1 Query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Use eager loading with('relation')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Memory Exhausted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Increase memory limit, use chunking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Slow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Add indexes, analyze queries, use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Too Many Database Connections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active connections, increase max_connections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Cache &amp; Session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Cache Not Working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CACHE_DRIVER, ensure Redis running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Session Not Persisting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SESSION_DRIVER, run migrations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Redis Connection Failed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Start Redis, verify port 6379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All: Use php artisan cache:clear, config:clear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Email &amp; Notification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Emails Not Sending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Check MAIL_MAILER config, use app password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Queue Not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Start queue worker, check failed jobs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Queue Commands: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 artisan queue:work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 artisan queue:failed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 artisan queue:retry all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Permission &amp; Role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Permission Denied / 403 Forbidden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Assign role/permission, verify middleware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Roles Not Syncing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Solution: Cache reset, verify tables, check User trait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Commands: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 artisan permission:cache-reset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php artisan cache:clear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Troubleshooting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When something goes wrong, follow these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php artisan cache:clear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tail -f storage/logs/laravel.log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php artisan about (check environment)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composer dump-autoload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php artisan migrate (check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6. Set permissions: icacls storage /grant Users:F /T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7. Restart services (web server, queue, Redis)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Debugging Tools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Built-in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Laravel Telescope - request debugging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Laravel Debugbar - bar debugging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Laravel Log Viewer - log inspection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External Resources: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Laravel Documentation: laravel.com/docs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Stack Overflow: [laravel] tag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API Testing: Postman, Insomnia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Quick Reference: Common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SQLSTATE[HY000] [2002] - DB connection refused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SQLSTATE[42S01] - Table already exists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SQLSTATE[23000] - Foreign key constraint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401 Unauthorized - Invalid/missing JWT token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403 Forbidden - Insufficient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404 Not Found - Route/resource not found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422 Unprocessable - Validation failed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500 Server Error - Check laravel.log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Best Practices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Development: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Use eager loading to prevent N+1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Implement caching for expensive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Validate all user inputs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Write meaningful error messages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Production: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Cache configuration &amp;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Monitor queue workers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Regular database backups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Monitor application logs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Reference: TROUBLESHOOTING_GUIDE.md &amp; PROJECT_ARCHITECTURE.md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January 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