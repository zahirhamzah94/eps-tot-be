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EPS Backend Web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Transfer of Training (TOT)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2-Day Intensive Course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January 7-8,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Course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Comprehensive 2-day intensive training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16 hours total (8 hours per day)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Target: Backend developers &amp; system architects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Framework: Laravel 10 | PHP 8.1+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8 hands-on labs with working code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50+ real-world code examples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Complete system: 300+ models, 500+ API 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Day 1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Understand complete project architecture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Work with 300+ Eloquent models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Design complex database relationships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Create and optimize database queries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Build RESTful API endpoints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Transform API responses with Resources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Implement input 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Optimize queries with eager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Day 2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Implement JWT &amp; Keycloak SSO authentication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Design permission-based authorization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Create complex business logic services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Handle file uploads &amp; media management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Export data to Excel and PDF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Implement database transactions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Optimize performance &amp; avoid N+1 problems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✓ Create event-driven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0000"/>
                </a:solidFill>
              </a:defRPr>
            </a:pPr>
            <a:r>
              <a:t>Pre-requisites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C0000"/>
                </a:solidFill>
              </a:defRPr>
            </a:pPr>
            <a:r>
              <a:t>Required Knowledge</a:t>
            </a:r>
          </a:p>
          <a:p>
            <a:pPr>
              <a:spcBef>
                <a:spcPts val="400"/>
              </a:spcBef>
              <a:defRPr sz="1400"/>
            </a:pPr>
            <a:r>
              <a:t>• PHP 8.1+ basics</a:t>
            </a:r>
          </a:p>
          <a:p>
            <a:pPr>
              <a:spcBef>
                <a:spcPts val="400"/>
              </a:spcBef>
              <a:defRPr sz="1400"/>
            </a:pPr>
            <a:r>
              <a:t>• Laravel 9/10 fundamentals</a:t>
            </a:r>
          </a:p>
          <a:p>
            <a:pPr>
              <a:spcBef>
                <a:spcPts val="400"/>
              </a:spcBef>
              <a:defRPr sz="1400"/>
            </a:pPr>
            <a:r>
              <a:t>• Database concepts</a:t>
            </a:r>
          </a:p>
          <a:p>
            <a:pPr>
              <a:spcBef>
                <a:spcPts val="400"/>
              </a:spcBef>
              <a:defRPr sz="1400"/>
            </a:pPr>
            <a:r>
              <a:t>• REST API basics</a:t>
            </a:r>
          </a:p>
          <a:p>
            <a:pPr>
              <a:spcBef>
                <a:spcPts val="400"/>
              </a:spcBef>
              <a:defRPr sz="1400"/>
            </a:pPr>
            <a:r>
              <a:t>• Object-oriented programming</a:t>
            </a:r>
          </a:p>
          <a:p>
            <a:pPr>
              <a:spcBef>
                <a:spcPts val="400"/>
              </a:spcBef>
              <a:defRPr sz="1400"/>
            </a:pPr>
            <a:r>
              <a:t>• Command-line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C0000"/>
                </a:solidFill>
              </a:defRPr>
            </a:pPr>
            <a:r>
              <a:t>Required Software</a:t>
            </a:r>
          </a:p>
          <a:p>
            <a:pPr>
              <a:spcBef>
                <a:spcPts val="400"/>
              </a:spcBef>
              <a:defRPr sz="1400"/>
            </a:pPr>
            <a:r>
              <a:t>• PHP 8.1 or higher</a:t>
            </a:r>
          </a:p>
          <a:p>
            <a:pPr>
              <a:spcBef>
                <a:spcPts val="400"/>
              </a:spcBef>
              <a:defRPr sz="1400"/>
            </a:pPr>
            <a:r>
              <a:t>• Composer</a:t>
            </a:r>
          </a:p>
          <a:p>
            <a:pPr>
              <a:spcBef>
                <a:spcPts val="400"/>
              </a:spcBef>
              <a:defRPr sz="1400"/>
            </a:pPr>
            <a:r>
              <a:t>• MySQL/MariaDB 5.7+</a:t>
            </a:r>
          </a:p>
          <a:p>
            <a:pPr>
              <a:spcBef>
                <a:spcPts val="400"/>
              </a:spcBef>
              <a:defRPr sz="1400"/>
            </a:pPr>
            <a:r>
              <a:t>• VS Code or IDE</a:t>
            </a:r>
          </a:p>
          <a:p>
            <a:pPr>
              <a:spcBef>
                <a:spcPts val="400"/>
              </a:spcBef>
              <a:defRPr sz="1400"/>
            </a:pPr>
            <a:r>
              <a:t>• Git</a:t>
            </a:r>
          </a:p>
          <a:p>
            <a:pPr>
              <a:spcBef>
                <a:spcPts val="400"/>
              </a:spcBef>
              <a:defRPr sz="1400"/>
            </a:pPr>
            <a:r>
              <a:t>• Postman/Insomnia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Day 1: Foundation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9:00 - 10:30   Session 1.1: Project Overview &amp; Architecture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10:45 - 12:15  Session 1.2: Database &amp; Eloquent Models (Lab 1.1)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1:00 - 3:00    Session 1.3: Building API Endpoints (Lab 1.2)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3:15 - 4:45    Session 1.4: Query Optimization (Lab 1.3)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4:45 - 5:45    Session 1.5: Wrap-up &amp; Q&amp;A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Focus: Understanding system, building basic functionality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Day 2: Advanced Patterns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9:00 - 10:30   Session 2.1: Authentication &amp; Authorization (Lab 2.1)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10:45 - 12:15  Session 2.2: Service Layer &amp; Business Logic (Lab 2.2)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1:00 - 2:30    Session 2.3: File Management &amp; Data Export (Lab 2.3)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2:45 - 4:15    Session 2.4: Performance Optimization (Lab 2.4)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4:30 - 5:45    Session 2.5: Advanced Patterns &amp; Best Practices (Lab 2.5)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Focus: Complex operations, real-world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Layered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API Routes (routes/api.php)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Controllers (Http/Controllers)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Services (App/Services)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Models (App/Models)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Database (Migrations)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Course Management (70+ 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Exam Management (120+ 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Facility Management (30+ 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Inspectorate (70+ 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User &amp; Agency Management (80+ 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System Configuration (40+ models)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Plus: Payment, Consultation, Digital Safety,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Core Concepts: Eloquent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One-to-Many: Course → Sessions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Many-to-One (Inverse): Sessions → Course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Many-to-Many: Through pivot tables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Polymorphic: Audit logs across models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Has-Many-Through: Complex chains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JSON Casting: Auto-encode/decode arrays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Eager Loading: Avoid N+1 problems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Relationships Code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// One-to-Many</a:t>
            </a:r>
            <a:br/>
            <a:r>
              <a:t>public function sessions(): HasMany {</a:t>
            </a:r>
            <a:br/>
            <a:r>
              <a:t>    return $this-&gt;hasMany(CourseSession::class);</a:t>
            </a:r>
            <a:br/>
            <a:r>
              <a:t>}</a:t>
            </a:r>
            <a:br/>
            <a:br/>
            <a:r>
              <a:t>// JSON Casting</a:t>
            </a:r>
            <a:br/>
            <a:r>
              <a:t>protected $casts = [</a:t>
            </a:r>
            <a:br/>
            <a:r>
              <a:t>    'open_to' =&gt; 'array',</a:t>
            </a:r>
            <a:br/>
            <a:r>
              <a:t>    'special_to' =&gt; 'array',</a:t>
            </a:r>
            <a:br/>
            <a:r>
              <a:t>];</a:t>
            </a:r>
            <a:br/>
            <a:br/>
            <a:r>
              <a:t>// Eager Loading</a:t>
            </a:r>
            <a:br/>
            <a:r>
              <a:t>$courses = Course::with([</a:t>
            </a:r>
            <a:br/>
            <a:r>
              <a:t>    'subCategory',</a:t>
            </a:r>
            <a:br/>
            <a:r>
              <a:t>    'createdBy',</a:t>
            </a:r>
            <a:br/>
            <a:r>
              <a:t>    'sessions'</a:t>
            </a:r>
            <a:br/>
            <a:r>
              <a:t>])-&gt;paginate(15);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RESTful 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Resource-oriented design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HTTP methods: GET, POST, PUT, DELETE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Proper HTTP status codes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Request/response consistency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Pagination for large datasets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API resources for transformation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Form request 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500+ endpoints organized by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Controller &amp; Validation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class CourseCategoryController extends Controller {</a:t>
            </a:r>
            <a:br/>
            <a:r>
              <a:t>    public function store(StoreCategoryRequest $request) {</a:t>
            </a:r>
            <a:br/>
            <a:r>
              <a:t>        $category = CourseCategory::create([</a:t>
            </a:r>
            <a:br/>
            <a:r>
              <a:t>            ...$request-&gt;validated(),</a:t>
            </a:r>
            <a:br/>
            <a:r>
              <a:t>            'created_by' =&gt; auth()-&gt;id(),</a:t>
            </a:r>
            <a:br/>
            <a:r>
              <a:t>        ]);</a:t>
            </a:r>
            <a:br/>
            <a:r>
              <a:t>        return new CourseCategoryResource($category);</a:t>
            </a:r>
            <a:br/>
            <a:r>
              <a:t>    }</a:t>
            </a:r>
            <a:br/>
            <a:br/>
            <a:r>
              <a:t>    public function index() {</a:t>
            </a:r>
            <a:br/>
            <a:r>
              <a:t>        $categories = CourseCategory::with('createdBy')</a:t>
            </a:r>
            <a:br/>
            <a:r>
              <a:t>            -&gt;when(request('search'), fn($q) =&gt;</a:t>
            </a:r>
            <a:br/>
            <a:r>
              <a:t>                $q-&gt;where('name', 'like', '%'.search().'%'))</a:t>
            </a:r>
            <a:br/>
            <a:r>
              <a:t>            -&gt;paginate(15);</a:t>
            </a:r>
            <a:br/>
            <a:r>
              <a:t>        return CourseCategoryResource::collection($categories);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1.1: Model Creation &amp;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Create CoursePrerequisite model with: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Database migration (foreign keys, constraints)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Bi-directional relationships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JSON casting for array storage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Auditable interface for change tracking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Factory for testing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30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1.2: Complete API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Build CourseCategory CRUD endpoint including: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Model with migrations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Form request 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API resource transformation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Complete controller with CRUD operations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Route registration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Permission checking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Lab 1.2: Model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class CourseCategory extends Model {</a:t>
            </a:r>
            <a:br/>
            <a:r>
              <a:t>    use SoftDeletes, HasFactory;</a:t>
            </a:r>
            <a:br/>
            <a:r>
              <a:t>    use \OwenIt\Auditing\Auditable;</a:t>
            </a:r>
            <a:br/>
            <a:br/>
            <a:r>
              <a:t>    protected $fillable = [</a:t>
            </a:r>
            <a:br/>
            <a:r>
              <a:t>        'name', 'description', 'status', 'created_by'</a:t>
            </a:r>
            <a:br/>
            <a:r>
              <a:t>    ];</a:t>
            </a:r>
            <a:br/>
            <a:br/>
            <a:r>
              <a:t>    public function createdBy(): BelongsTo {</a:t>
            </a:r>
            <a:br/>
            <a:r>
              <a:t>        return $this-&gt;belongsTo(User::class);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1.3: Query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Convert inefficient queries to optimized versions: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Identify N+1 query problems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Implement eager loading with with()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Use withCount() for aggregates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Apply query constraints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Benchmark performance improvements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Reduce 300+ queries to 3-5 queries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Lab 1.3: Query Optimization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// INEFFICIENT - N+1 Problem (300+ queries)</a:t>
            </a:r>
            <a:br/>
            <a:r>
              <a:t>$courses = Course::all();</a:t>
            </a:r>
            <a:br/>
            <a:r>
              <a:t>foreach ($courses as $course) {</a:t>
            </a:r>
            <a:br/>
            <a:r>
              <a:t>    echo $course-&gt;subCategory-&gt;name;  // +100 queries</a:t>
            </a:r>
            <a:br/>
            <a:r>
              <a:t>}</a:t>
            </a:r>
            <a:br/>
            <a:br/>
            <a:r>
              <a:t>// EFFICIENT - Eager Loading (3 queries)</a:t>
            </a:r>
            <a:br/>
            <a:r>
              <a:t>$courses = Course::with([</a:t>
            </a:r>
            <a:br/>
            <a:r>
              <a:t>    'subCategory',</a:t>
            </a:r>
            <a:br/>
            <a:r>
              <a:t>    'createdBy',</a:t>
            </a:r>
            <a:br/>
            <a:r>
              <a:t>    'sessions',</a:t>
            </a:r>
            <a:br/>
            <a:r>
              <a:t>    'courseCalendars.participants'</a:t>
            </a:r>
            <a:br/>
            <a:r>
              <a:t>])-&gt;paginate(20);</a:t>
            </a:r>
            <a:br/>
            <a:br/>
            <a:r>
              <a:t>// With aggregates</a:t>
            </a:r>
            <a:br/>
            <a:r>
              <a:t>$courses = Course::withCount(['sessions'])</a:t>
            </a:r>
            <a:br/>
            <a:r>
              <a:t>    -&gt;where('status', 'active')</a:t>
            </a:r>
            <a:br/>
            <a:r>
              <a:t>    -&gt;get();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JWT Authentication: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Token generation and 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Token refresh strategy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Expiration handling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Keycloak SSO Integration: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Single sign-on configuration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User synchronization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Multi-system authentication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JWT Authentication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public function login(Request $request) {</a:t>
            </a:r>
            <a:br/>
            <a:r>
              <a:t>    $credentials = $request-&gt;validate([</a:t>
            </a:r>
            <a:br/>
            <a:r>
              <a:t>        'email' =&gt; 'required|email',</a:t>
            </a:r>
            <a:br/>
            <a:r>
              <a:t>        'password' =&gt; 'required',</a:t>
            </a:r>
            <a:br/>
            <a:r>
              <a:t>    ]);</a:t>
            </a:r>
            <a:br/>
            <a:br/>
            <a:r>
              <a:t>    $token = auth('api')-&gt;attempt($credentials);</a:t>
            </a:r>
            <a:br/>
            <a:br/>
            <a:r>
              <a:t>    if (!$token) {</a:t>
            </a:r>
            <a:br/>
            <a:r>
              <a:t>        return response()-&gt;json(</a:t>
            </a:r>
            <a:br/>
            <a:r>
              <a:t>            ['message' =&gt; 'Invalid credentials'], 401</a:t>
            </a:r>
            <a:br/>
            <a:r>
              <a:t>        );</a:t>
            </a:r>
            <a:br/>
            <a:r>
              <a:t>    }</a:t>
            </a:r>
            <a:br/>
            <a:br/>
            <a:r>
              <a:t>    return response()-&gt;json([</a:t>
            </a:r>
            <a:br/>
            <a:r>
              <a:t>        'access_token' =&gt; $token,</a:t>
            </a:r>
            <a:br/>
            <a:r>
              <a:t>        'token_type' =&gt; 'Bearer',</a:t>
            </a:r>
            <a:br/>
            <a:r>
              <a:t>        'expires_in' =&gt; auth()-&gt;factory()-&gt;getTTL() * 60,</a:t>
            </a:r>
            <a:br/>
            <a:r>
              <a:t>    ]);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Authorization with Spatie Permission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Role-Based Access Control (RBAC):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Define roles (Admin, Manager, User)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Assign permissions to roles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Check permissions in controllers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Implementation: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Middleware-based authorization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Policy-based authorization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Custom authorization logic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RBAC Implementation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// Assign role to user</a:t>
            </a:r>
            <a:br/>
            <a:r>
              <a:t>$user-&gt;assignRole('course-manager');</a:t>
            </a:r>
            <a:br/>
            <a:br/>
            <a:r>
              <a:t>// Assign permission to role</a:t>
            </a:r>
            <a:br/>
            <a:r>
              <a:t>$role-&gt;givePermissionTo('create-course');</a:t>
            </a:r>
            <a:br/>
            <a:br/>
            <a:r>
              <a:t>// Check permission in controller</a:t>
            </a:r>
            <a:br/>
            <a:r>
              <a:t>if (auth()-&gt;user()-&gt;can('create-course')) {</a:t>
            </a:r>
            <a:br/>
            <a:r>
              <a:t>    // Create course</a:t>
            </a:r>
            <a:br/>
            <a:r>
              <a:t>}</a:t>
            </a:r>
            <a:br/>
            <a:br/>
            <a:r>
              <a:t>// Using middleware</a:t>
            </a:r>
            <a:br/>
            <a:r>
              <a:t>Route::middleware('permission:edit-course')</a:t>
            </a:r>
            <a:br/>
            <a:r>
              <a:t>    -&gt;post('/courses/{id}', [...]);</a:t>
            </a:r>
            <a:br/>
            <a:br/>
            <a:r>
              <a:t>// Using policy</a:t>
            </a:r>
            <a:br/>
            <a:r>
              <a:t>class CoursePolicy {</a:t>
            </a:r>
            <a:br/>
            <a:r>
              <a:t>    public function edit(User $user, Course $course) {</a:t>
            </a:r>
            <a:br/>
            <a:r>
              <a:t>        return $user-&gt;id === $course-&gt;created_by</a:t>
            </a:r>
            <a:br/>
            <a:r>
              <a:t>            || $user-&gt;isAdmin();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2.1: 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Implement permission-protected endpoint: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Define permissions (approve-course, reject-course)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Assign to roles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Create authorization policies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Protect endpoints with middleware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Test with and without permissions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Service Layer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Separation of Concerns: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Business logic in services, not controllers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Reusable across multiple endpoints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Easier testing and maintenance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Multi-step Operations: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Validation before execution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Database transactions (atomic)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Side effects (notifications, cache)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Comprehensive error handling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Service Layer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class CourseParticipantService {</a:t>
            </a:r>
            <a:br/>
            <a:r>
              <a:t>    public function registerParticipant($userId, $calId) {</a:t>
            </a:r>
            <a:br/>
            <a:r>
              <a:t>        return DB::transaction(function () use</a:t>
            </a:r>
            <a:br/>
            <a:r>
              <a:t>            ($userId, $calId) {</a:t>
            </a:r>
            <a:br/>
            <a:br/>
            <a:r>
              <a:t>            // Step 1: Validate eligibility</a:t>
            </a:r>
            <a:br/>
            <a:r>
              <a:t>            $this-&gt;validateEligibility($userId, $calId);</a:t>
            </a:r>
            <a:br/>
            <a:br/>
            <a:r>
              <a:t>            // Step 2: Create participant</a:t>
            </a:r>
            <a:br/>
            <a:r>
              <a:t>            $participant = CourseCalendarParticipant::create([</a:t>
            </a:r>
            <a:br/>
            <a:r>
              <a:t>                'user_id' =&gt; $userId,</a:t>
            </a:r>
            <a:br/>
            <a:r>
              <a:t>                'course_calendar_id' =&gt; $calId,</a:t>
            </a:r>
            <a:br/>
            <a:r>
              <a:t>            ]);</a:t>
            </a:r>
            <a:br/>
            <a:br/>
            <a:r>
              <a:t>            // Step 3: Initialize attendance</a:t>
            </a:r>
            <a:br/>
            <a:r>
              <a:t>            $this-&gt;initializeAttendance($participant);</a:t>
            </a:r>
            <a:br/>
            <a:br/>
            <a:r>
              <a:t>            // Step 4: Send notification</a:t>
            </a:r>
            <a:br/>
            <a:r>
              <a:t>            $this-&gt;notifyParticipant($participant);</a:t>
            </a:r>
            <a:br/>
            <a:br/>
            <a:r>
              <a:t>            // Step 5: Clear cache</a:t>
            </a:r>
            <a:br/>
            <a:r>
              <a:t>            cache()-&gt;forget('participants_'.$calId);</a:t>
            </a:r>
            <a:br/>
            <a:br/>
            <a:r>
              <a:t>            return $participant;</a:t>
            </a:r>
            <a:br/>
            <a:r>
              <a:t>        });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2.2: Complex Business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Course Completion Service with: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Multi-step process (validation → processing → completion)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Database transactions for atomicity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Grade calculation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Certificate generation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Notification sending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Cache invalidation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File Management &amp; Uploads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Spatie Media Library: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File upload handling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Media collections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File validation (MIME type, size)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URL generation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Usage: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Course thumbnails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Course materials (PDFs, documents)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Certificates and reports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Excel &amp; PDF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Excel Export with Maatwebsite: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FromQuery interface for large datasets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Data mapping and transformation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Custom formatting and styling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PDF Generation: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DomPDF integration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Template rendering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Watermarking and signatures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Memory-efficient streaming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2.3: Excel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Create Excel export with: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Query optimization for large datasets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Data mapping and calculations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Custom column formatting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Headings and auto-sizing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Real-time metric calculations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Query Optimization: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Eager loading to avoid N+1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Query analysis and debugging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Database indexes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Caching Strategies: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Cache tags for granular control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Smart cache invalidation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Redis for performance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Caching Strategy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// Cache with remember</a:t>
            </a:r>
            <a:br/>
            <a:r>
              <a:t>public function getCategories() {</a:t>
            </a:r>
            <a:br/>
            <a:r>
              <a:t>    return cache()-&gt;remember(</a:t>
            </a:r>
            <a:br/>
            <a:r>
              <a:t>        'course_categories_all',</a:t>
            </a:r>
            <a:br/>
            <a:r>
              <a:t>        now()-&gt;addHours(24),</a:t>
            </a:r>
            <a:br/>
            <a:r>
              <a:t>        fn() =&gt; CourseCategory::with('createdBy')-&gt;get()</a:t>
            </a:r>
            <a:br/>
            <a:r>
              <a:t>    );</a:t>
            </a:r>
            <a:br/>
            <a:r>
              <a:t>}</a:t>
            </a:r>
            <a:br/>
            <a:br/>
            <a:r>
              <a:t>// Invalidate on update</a:t>
            </a:r>
            <a:br/>
            <a:r>
              <a:t>public function updateCategory($category, Request $req) {</a:t>
            </a:r>
            <a:br/>
            <a:r>
              <a:t>    $category-&gt;update($req-&gt;validated());</a:t>
            </a:r>
            <a:br/>
            <a:r>
              <a:t>    cache()-&gt;forget('course_categories_all');</a:t>
            </a:r>
            <a:br/>
            <a:r>
              <a:t>    cache()-&gt;tags(['categories'])-&gt;flush();</a:t>
            </a:r>
            <a:br/>
            <a:br/>
            <a:r>
              <a:t>    return new CategoryResource($category);</a:t>
            </a:r>
            <a:br/>
            <a:r>
              <a:t>}</a:t>
            </a:r>
            <a:br/>
            <a:br/>
            <a:r>
              <a:t>// Tags for granular control</a:t>
            </a:r>
            <a:br/>
            <a:r>
              <a:t>cache()-&gt;tags(['course', "cat-{$catId}"])</a:t>
            </a:r>
            <a:br/>
            <a:r>
              <a:t>    -&gt;remember("courses_{$catId}", 12*60,</a:t>
            </a:r>
            <a:br/>
            <a:r>
              <a:t>        fn() =&gt; Course::where(...)-&gt;get());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2.4: Caching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Implement caching for performance: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Cache frequently accessed data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Use cache tags for organization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Invalidate on data changes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Monitor cache effectiveness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Test performance improvements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Advanced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Polymorphic Relationships: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Single table for multiple model types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Audit logging across all models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Event-Driven Architecture: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Decouple side effects from models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Event listeners for notifications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Async job processing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Observer Pattern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solidFill>
            <a:srgbClr val="28282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900">
                <a:solidFill>
                  <a:srgbClr val="C8DC64"/>
                </a:solidFill>
                <a:latin typeface="Courier New"/>
              </a:defRPr>
            </a:pPr>
            <a:r>
              <a:t>// Create observer</a:t>
            </a:r>
            <a:br/>
            <a:r>
              <a:t>php artisan make:observer CourseObserver --model=Course</a:t>
            </a:r>
            <a:br/>
            <a:br/>
            <a:r>
              <a:t>// Implement observer</a:t>
            </a:r>
            <a:br/>
            <a:r>
              <a:t>class CourseObserver {</a:t>
            </a:r>
            <a:br/>
            <a:r>
              <a:t>    public function created(Course $course): void {</a:t>
            </a:r>
            <a:br/>
            <a:r>
              <a:t>        Mail::to(config('mail.admin'))</a:t>
            </a:r>
            <a:br/>
            <a:r>
              <a:t>            -&gt;send(new CourseCreatedMail($course));</a:t>
            </a:r>
            <a:br/>
            <a:r>
              <a:t>        activity()-&gt;log('Course created');</a:t>
            </a:r>
            <a:br/>
            <a:r>
              <a:t>    }</a:t>
            </a:r>
            <a:br/>
            <a:br/>
            <a:r>
              <a:t>    public function updated(Course $course): void {</a:t>
            </a:r>
            <a:br/>
            <a:r>
              <a:t>        activity()-&gt;withProperties($course-&gt;getChanges())</a:t>
            </a:r>
            <a:br/>
            <a:r>
              <a:t>            -&gt;log('Course updated');</a:t>
            </a:r>
            <a:br/>
            <a:r>
              <a:t>        cache()-&gt;forget('course_'.$course-&gt;id);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Register in AppServiceProvider</a:t>
            </a:r>
            <a:br/>
            <a:r>
              <a:t>Course::observe(CourseObserver::class);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Lab 2.5: Observer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Implement model observer for: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Automatic email notifications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Activity logging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Cache invalidation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Related data cleanup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Decouples side effects from business logic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Duration: 45 minutes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Best Practices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Code Organization: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Thin controllers, fat services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Business logic separated from models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Database: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Always use migrations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Add indexes strategically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Use soft deletes for audit trail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Performance: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Eager load relationships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Implement caching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Optimize queries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Always validate input (Form Requests)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Use policy classes for authorization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Hash passwords - never store plaintext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Escape output to prevent XSS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Use HTTPS in production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Implement rate limiting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Sanitize user input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Use CSRF tokens for web routes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Testing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Unit Tests: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Test model relationships and scopes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Test business logic methods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Feature Tests: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Test API endpoints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Test authorization and permissions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Test error handling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Use factories for test data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Use RefreshDatabase trait for isolation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Final Project: CourseApproval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Build complete module including: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Database design with relationships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Complete CRUD API endpoints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Permission-based access control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Multi-step approval workflow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Email notifications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• Activity logging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Expected time: 3-4 hours | Points: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Project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Code Quality &amp; Standards       20 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Functionality &amp; Completeness   25 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Documentation                  15 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Performance Optimization       15 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Security Implementation        15 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Testing Coverage               10 points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Total: 100 points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Course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Total Hours: 16 (2 days × 8 hours)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Practical Labs: 8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Code Examples: 50+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Models Covered: 15+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Key Patterns: 12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Workshops: 4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Assessment Tasks: 6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Success Rate Target: 80%+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Tools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Development: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VS Code | Postman | Tinker | Git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Documentation: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Laravel 10 official docs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Spatie packages documentation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API collection for Postman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References: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HANDS_ON_TRAINING_GUIDE.md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Sample project code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CC0000"/>
                </a:solidFill>
              </a:defRPr>
            </a:pPr>
            <a:r>
              <a:t>After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Week 1: Review labs, start final project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Week 2-3: Complete project assignment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Week 3-4: Code reviews &amp; knowledge sharing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Ongoing: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Mentor new team members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Contribute to project improvements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Document advanced patterns</a:t>
            </a:r>
          </a:p>
          <a:p>
            <a:pPr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t>  • Share best practices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Ready to start your Transfer of Training journey!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